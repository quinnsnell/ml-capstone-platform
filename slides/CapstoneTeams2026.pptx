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8A929B"/>
                </a:solidFill>
                <a:latin typeface="Arial"/>
              </a:rPr>
              <a:t>CS 482  ·  ML CAPSTONE  ·  FALL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229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Arial"/>
              </a:rPr>
              <a:t>Project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6528" y="786384"/>
            <a:ext cx="2828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02E5D"/>
                </a:solidFill>
                <a:latin typeface="Arial"/>
              </a:rPr>
              <a:t>8 projects   ·   30 students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16736"/>
            <a:ext cx="11057839" cy="0"/>
          </a:xfrm>
          <a:prstGeom prst="line">
            <a:avLst/>
          </a:prstGeom>
          <a:ln w="12700">
            <a:solidFill>
              <a:srgbClr val="DD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1627632"/>
            <a:ext cx="40640" cy="918972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645920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7A5C"/>
                </a:solidFill>
                <a:latin typeface="Arial"/>
              </a:rPr>
              <a:t>STUDENT-PROPOSED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1837944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Budget Meal Planning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203704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Bella Esplin   ·   Johnathan Goodlad   ·   Taft Lakey   ·   Xinwei Zhu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1295" y="1627632"/>
            <a:ext cx="40640" cy="9189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6743" y="1645920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E7490"/>
                </a:solidFill>
                <a:latin typeface="Arial"/>
              </a:rPr>
              <a:t>AMBY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6743" y="1837944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Small Language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2203704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Carter Lee   ·   Jansen Nye   ·   Josh Ware   ·   Ashley Slade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20924"/>
            <a:ext cx="40640" cy="9189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839212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E7490"/>
                </a:solidFill>
                <a:latin typeface="Arial"/>
              </a:rPr>
              <a:t>AMBY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031236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Social Media Listening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396996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Andre Aguirre Roman   ·   Doyoung Yoon   ·   Cameron Kersey   ·   Tyler Reese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1295" y="2820924"/>
            <a:ext cx="40640" cy="91897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6743" y="2839212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D28D9"/>
                </a:solidFill>
                <a:latin typeface="Arial"/>
              </a:rPr>
              <a:t>DRYDEN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743" y="3031236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Has This Model Memorized This Text?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3" y="3396996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Julia Knecht   ·   Laurel Rolfs   ·   Sara Hermosilla   ·   Charles Oliphant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14216"/>
            <a:ext cx="40640" cy="91897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032504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Arial"/>
              </a:rPr>
              <a:t>FAMILYSEARCH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224528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Tree Data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4590288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Cameron Chamberlain   ·   Darren Skidmore   ·   Kaden Kartchner   ·   Matthew Farnsworth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1295" y="4014216"/>
            <a:ext cx="40640" cy="9189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6743" y="4032504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Arial"/>
              </a:rPr>
              <a:t>WAYSTAR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6743" y="4224528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Revenue Cycle Patient Journey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6743" y="4590288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Thomas Esplin   ·   Joey Dahlke   ·   Gabriel Mendenhall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207508"/>
            <a:ext cx="40640" cy="918972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225796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E123C"/>
                </a:solidFill>
                <a:latin typeface="Arial"/>
              </a:rPr>
              <a:t>BYU OIT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5417820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Agent Harness Benchmarking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5783580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Aiden Beus   ·   Adam Leishman   ·   Mike Taylor   ·   Nathan Jones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1295" y="5207508"/>
            <a:ext cx="40640" cy="918972"/>
          </a:xfrm>
          <a:prstGeom prst="rect">
            <a:avLst/>
          </a:prstGeom>
          <a:solidFill>
            <a:srgbClr val="002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6743" y="5225796"/>
            <a:ext cx="52180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2E5D"/>
                </a:solidFill>
                <a:latin typeface="Arial"/>
              </a:rPr>
              <a:t>BYU COMPUTER SCIENCE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743" y="5417820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Great Salt Lake Water Supply Forecast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6743" y="5783580"/>
            <a:ext cx="5218023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3F464D"/>
                </a:solidFill>
                <a:latin typeface="Arial"/>
              </a:rPr>
              <a:t>Cameron Morris   ·   Karly James   ·   Roger Alessandro Cifuentes Castro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29B"/>
                </a:solidFill>
                <a:latin typeface="Arial"/>
              </a:rPr>
              <a:t>Matched from your preference survey  —  </a:t>
            </a:r>
            <a:r>
              <a:rPr sz="1000" b="1">
                <a:solidFill>
                  <a:srgbClr val="002E5D"/>
                </a:solidFill>
                <a:latin typeface="Arial"/>
              </a:rPr>
              <a:t>15 of you got your first choice</a:t>
            </a:r>
            <a:r>
              <a:rPr sz="1000" b="0">
                <a:solidFill>
                  <a:srgbClr val="8A929B"/>
                </a:solidFill>
                <a:latin typeface="Arial"/>
              </a:rPr>
              <a:t>, 7 your second, 5 your third.  Teams of three and four.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